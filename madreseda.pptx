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043E6D-21E6-DA67-6592-6472628FC481}" v="20" dt="2025-11-05T01:26:29.204"/>
    <p1510:client id="{BCE72ED0-3A68-D29C-22AE-CE453542869E}" v="121" dt="2025-11-03T23:28:33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A5C4FFD-B75A-3CCB-4D7E-87CC12056F1D}"/>
              </a:ext>
            </a:extLst>
          </p:cNvPr>
          <p:cNvSpPr txBox="1"/>
          <p:nvPr/>
        </p:nvSpPr>
        <p:spPr>
          <a:xfrm>
            <a:off x="2696865" y="2627788"/>
            <a:ext cx="6806045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8000" dirty="0">
                <a:latin typeface="Calibri"/>
                <a:ea typeface="Calibri"/>
                <a:cs typeface="Calibri"/>
              </a:rPr>
              <a:t>Madre Seda</a:t>
            </a:r>
          </a:p>
          <a:p>
            <a:endParaRPr lang="es-ES" dirty="0">
              <a:latin typeface="Aptos" panose="020B0004020202020204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5488C93-080C-0B12-227A-E9007BF9241C}"/>
              </a:ext>
            </a:extLst>
          </p:cNvPr>
          <p:cNvSpPr txBox="1"/>
          <p:nvPr/>
        </p:nvSpPr>
        <p:spPr>
          <a:xfrm>
            <a:off x="767881" y="512682"/>
            <a:ext cx="10327517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dirty="0">
                <a:ea typeface="+mn-lt"/>
                <a:cs typeface="+mn-lt"/>
              </a:rPr>
              <a:t>Es uno de los jefes principales de </a:t>
            </a:r>
            <a:r>
              <a:rPr lang="es-ES" sz="2400" dirty="0" err="1">
                <a:ea typeface="+mn-lt"/>
                <a:cs typeface="+mn-lt"/>
              </a:rPr>
              <a:t>Hollow</a:t>
            </a:r>
            <a:r>
              <a:rPr lang="es-ES" sz="2400" dirty="0">
                <a:ea typeface="+mn-lt"/>
                <a:cs typeface="+mn-lt"/>
              </a:rPr>
              <a:t> </a:t>
            </a:r>
            <a:r>
              <a:rPr lang="es-ES" sz="2400" dirty="0" err="1">
                <a:ea typeface="+mn-lt"/>
                <a:cs typeface="+mn-lt"/>
              </a:rPr>
              <a:t>Knight:Silksong</a:t>
            </a:r>
            <a:r>
              <a:rPr lang="es-ES" sz="2400" dirty="0">
                <a:ea typeface="+mn-lt"/>
                <a:cs typeface="+mn-lt"/>
              </a:rPr>
              <a:t>. Es la antagonista principal de </a:t>
            </a:r>
            <a:r>
              <a:rPr lang="es-ES" sz="2400" dirty="0" err="1">
                <a:ea typeface="+mn-lt"/>
                <a:cs typeface="+mn-lt"/>
              </a:rPr>
              <a:t>Hollow</a:t>
            </a:r>
            <a:r>
              <a:rPr lang="es-ES" sz="2400" dirty="0">
                <a:ea typeface="+mn-lt"/>
                <a:cs typeface="+mn-lt"/>
              </a:rPr>
              <a:t> </a:t>
            </a:r>
            <a:r>
              <a:rPr lang="es-ES" sz="2400" dirty="0" err="1">
                <a:ea typeface="+mn-lt"/>
                <a:cs typeface="+mn-lt"/>
              </a:rPr>
              <a:t>Knight:Silksong</a:t>
            </a:r>
            <a:r>
              <a:rPr lang="es-ES" sz="2400" dirty="0">
                <a:ea typeface="+mn-lt"/>
                <a:cs typeface="+mn-lt"/>
              </a:rPr>
              <a:t>. Es fundamental en la aventura de </a:t>
            </a:r>
            <a:r>
              <a:rPr lang="es-ES" sz="2400" dirty="0" err="1">
                <a:ea typeface="+mn-lt"/>
                <a:cs typeface="+mn-lt"/>
              </a:rPr>
              <a:t>Hornet</a:t>
            </a:r>
            <a:r>
              <a:rPr lang="es-ES" sz="2400" dirty="0">
                <a:ea typeface="+mn-lt"/>
                <a:cs typeface="+mn-lt"/>
              </a:rPr>
              <a:t> y en la historia de </a:t>
            </a:r>
            <a:r>
              <a:rPr lang="es-ES" sz="2400" dirty="0" err="1">
                <a:ea typeface="+mn-lt"/>
                <a:cs typeface="+mn-lt"/>
              </a:rPr>
              <a:t>Pharloom</a:t>
            </a:r>
            <a:r>
              <a:rPr lang="es-ES" sz="2400" dirty="0">
                <a:ea typeface="+mn-lt"/>
                <a:cs typeface="+mn-lt"/>
              </a:rPr>
              <a:t>. </a:t>
            </a:r>
            <a:endParaRPr lang="es-ES" dirty="0">
              <a:ea typeface="+mn-lt"/>
              <a:cs typeface="+mn-lt"/>
            </a:endParaRPr>
          </a:p>
          <a:p>
            <a:r>
              <a:rPr lang="es-ES" sz="2400" dirty="0">
                <a:ea typeface="+mn-lt"/>
                <a:cs typeface="+mn-lt"/>
              </a:rPr>
              <a:t>Al principio, los Tejedores se liberaron de ella por primera vez, y algunos incluso abandonaron </a:t>
            </a:r>
            <a:r>
              <a:rPr lang="es-ES" sz="2400" dirty="0" err="1">
                <a:ea typeface="+mn-lt"/>
                <a:cs typeface="+mn-lt"/>
              </a:rPr>
              <a:t>Pharloom</a:t>
            </a:r>
            <a:r>
              <a:rPr lang="es-ES" sz="2400" dirty="0">
                <a:ea typeface="+mn-lt"/>
                <a:cs typeface="+mn-lt"/>
              </a:rPr>
              <a:t> para ir a otros reinos, como </a:t>
            </a:r>
            <a:r>
              <a:rPr lang="es-ES" sz="2400" dirty="0" err="1">
                <a:ea typeface="+mn-lt"/>
                <a:cs typeface="+mn-lt"/>
              </a:rPr>
              <a:t>Hallownest</a:t>
            </a:r>
            <a:r>
              <a:rPr lang="es-ES" sz="2400" dirty="0">
                <a:ea typeface="+mn-lt"/>
                <a:cs typeface="+mn-lt"/>
              </a:rPr>
              <a:t>. Sin embargo, los Insectos de </a:t>
            </a:r>
            <a:r>
              <a:rPr lang="es-ES" sz="2400" dirty="0" err="1">
                <a:ea typeface="+mn-lt"/>
                <a:cs typeface="+mn-lt"/>
              </a:rPr>
              <a:t>Pharloom</a:t>
            </a:r>
            <a:r>
              <a:rPr lang="es-ES" sz="2400" dirty="0">
                <a:ea typeface="+mn-lt"/>
                <a:cs typeface="+mn-lt"/>
              </a:rPr>
              <a:t>, </a:t>
            </a:r>
            <a:endParaRPr lang="es-ES" dirty="0"/>
          </a:p>
          <a:p>
            <a:r>
              <a:rPr lang="es-ES" sz="2400" dirty="0" err="1">
                <a:ea typeface="+mn-lt"/>
                <a:cs typeface="+mn-lt"/>
              </a:rPr>
              <a:t>espusaban</a:t>
            </a:r>
            <a:r>
              <a:rPr lang="es-ES" sz="2400" dirty="0">
                <a:ea typeface="+mn-lt"/>
                <a:cs typeface="+mn-lt"/>
              </a:rPr>
              <a:t> la Seda expurgada por los Tejedores para aumentar su esperanza de vida. </a:t>
            </a:r>
            <a:r>
              <a:rPr lang="es-ES" sz="2400" dirty="0" err="1">
                <a:ea typeface="+mn-lt"/>
                <a:cs typeface="+mn-lt"/>
              </a:rPr>
              <a:t>Desafortudamente</a:t>
            </a:r>
            <a:r>
              <a:rPr lang="es-ES" sz="2400" dirty="0">
                <a:ea typeface="+mn-lt"/>
                <a:cs typeface="+mn-lt"/>
              </a:rPr>
              <a:t>, con el tiempo, la Seda se había grabado en ellos, lo que había permitido a la Gran </a:t>
            </a:r>
            <a:endParaRPr lang="es-ES" dirty="0"/>
          </a:p>
          <a:p>
            <a:r>
              <a:rPr lang="es-ES" sz="2400" dirty="0">
                <a:ea typeface="+mn-lt"/>
                <a:cs typeface="+mn-lt"/>
              </a:rPr>
              <a:t>Madre Seda controlar a estos insectos a su antojo. Odiaba lo que los Tejedores le habían hecho, así que ordenó a los Insectos de </a:t>
            </a:r>
            <a:r>
              <a:rPr lang="es-ES" sz="2400" dirty="0" err="1">
                <a:ea typeface="+mn-lt"/>
                <a:cs typeface="+mn-lt"/>
              </a:rPr>
              <a:t>Pharloom</a:t>
            </a:r>
            <a:r>
              <a:rPr lang="es-ES" sz="2400" dirty="0">
                <a:ea typeface="+mn-lt"/>
                <a:cs typeface="+mn-lt"/>
              </a:rPr>
              <a:t> que se aventuraran en su reino para encontrar a </a:t>
            </a:r>
            <a:endParaRPr lang="es-ES" dirty="0"/>
          </a:p>
          <a:p>
            <a:r>
              <a:rPr lang="es-ES" sz="2400" dirty="0">
                <a:ea typeface="+mn-lt"/>
                <a:cs typeface="+mn-lt"/>
              </a:rPr>
              <a:t>los Tejedores, que incluían a </a:t>
            </a:r>
            <a:r>
              <a:rPr lang="es-ES" sz="2400" dirty="0" err="1">
                <a:ea typeface="+mn-lt"/>
                <a:cs typeface="+mn-lt"/>
              </a:rPr>
              <a:t>Hornet</a:t>
            </a:r>
            <a:r>
              <a:rPr lang="es-ES" sz="2400" dirty="0">
                <a:ea typeface="+mn-lt"/>
                <a:cs typeface="+mn-lt"/>
              </a:rPr>
              <a:t> a pesar de ser parte </a:t>
            </a:r>
            <a:r>
              <a:rPr lang="es-ES" sz="2400" dirty="0" err="1">
                <a:ea typeface="+mn-lt"/>
                <a:cs typeface="+mn-lt"/>
              </a:rPr>
              <a:t>Wyrm</a:t>
            </a:r>
            <a:r>
              <a:rPr lang="es-ES" sz="2400" dirty="0">
                <a:ea typeface="+mn-lt"/>
                <a:cs typeface="+mn-lt"/>
              </a:rPr>
              <a:t>. </a:t>
            </a:r>
            <a:endParaRPr lang="es-E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32269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3" baseType="lpstr"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42</cp:revision>
  <dcterms:created xsi:type="dcterms:W3CDTF">2025-11-03T22:40:55Z</dcterms:created>
  <dcterms:modified xsi:type="dcterms:W3CDTF">2025-11-05T01:26:39Z</dcterms:modified>
</cp:coreProperties>
</file>